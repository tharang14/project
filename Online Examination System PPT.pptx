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B71C3-60F8-40A8-AFCB-F0BB1666BE91}" v="5" dt="2026-09-25T17:03:45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hakamuri Brahmani" userId="9db2bb375a5c098f" providerId="LiveId" clId="{34907FC6-7ADB-4FFD-B226-E69A217573FE}"/>
    <pc:docChg chg="custSel modSld sldOrd">
      <pc:chgData name="Pathakamuri Brahmani" userId="9db2bb375a5c098f" providerId="LiveId" clId="{34907FC6-7ADB-4FFD-B226-E69A217573FE}" dt="2026-09-25T17:26:16.902" v="67"/>
      <pc:docMkLst>
        <pc:docMk/>
      </pc:docMkLst>
      <pc:sldChg chg="addSp delSp modSp mod">
        <pc:chgData name="Pathakamuri Brahmani" userId="9db2bb375a5c098f" providerId="LiveId" clId="{34907FC6-7ADB-4FFD-B226-E69A217573FE}" dt="2026-09-25T16:57:55.207" v="14" actId="1076"/>
        <pc:sldMkLst>
          <pc:docMk/>
          <pc:sldMk cId="0" sldId="257"/>
        </pc:sldMkLst>
        <pc:spChg chg="mod">
          <ac:chgData name="Pathakamuri Brahmani" userId="9db2bb375a5c098f" providerId="LiveId" clId="{34907FC6-7ADB-4FFD-B226-E69A217573FE}" dt="2026-09-25T16:55:13.579" v="1" actId="1076"/>
          <ac:spMkLst>
            <pc:docMk/>
            <pc:sldMk cId="0" sldId="257"/>
            <ac:spMk id="13" creationId="{00000000-0000-0000-0000-000000000000}"/>
          </ac:spMkLst>
        </pc:spChg>
        <pc:spChg chg="add del mod">
          <ac:chgData name="Pathakamuri Brahmani" userId="9db2bb375a5c098f" providerId="LiveId" clId="{34907FC6-7ADB-4FFD-B226-E69A217573FE}" dt="2026-09-25T16:55:26.151" v="4"/>
          <ac:spMkLst>
            <pc:docMk/>
            <pc:sldMk cId="0" sldId="257"/>
            <ac:spMk id="27" creationId="{233E8E5B-D4FD-80CC-6A00-7BFA0D08A745}"/>
          </ac:spMkLst>
        </pc:spChg>
        <pc:spChg chg="add mod">
          <ac:chgData name="Pathakamuri Brahmani" userId="9db2bb375a5c098f" providerId="LiveId" clId="{34907FC6-7ADB-4FFD-B226-E69A217573FE}" dt="2026-09-25T16:57:50.117" v="13" actId="14100"/>
          <ac:spMkLst>
            <pc:docMk/>
            <pc:sldMk cId="0" sldId="257"/>
            <ac:spMk id="28" creationId="{1546F07E-BCCA-BCD3-B386-9421D048CAB9}"/>
          </ac:spMkLst>
        </pc:spChg>
        <pc:picChg chg="add mod">
          <ac:chgData name="Pathakamuri Brahmani" userId="9db2bb375a5c098f" providerId="LiveId" clId="{34907FC6-7ADB-4FFD-B226-E69A217573FE}" dt="2026-09-25T16:57:55.207" v="14" actId="1076"/>
          <ac:picMkLst>
            <pc:docMk/>
            <pc:sldMk cId="0" sldId="257"/>
            <ac:picMk id="30" creationId="{09759F7C-8B1E-0F2F-A3E5-1795E55FCA68}"/>
          </ac:picMkLst>
        </pc:picChg>
      </pc:sldChg>
      <pc:sldChg chg="addSp delSp modSp mod">
        <pc:chgData name="Pathakamuri Brahmani" userId="9db2bb375a5c098f" providerId="LiveId" clId="{34907FC6-7ADB-4FFD-B226-E69A217573FE}" dt="2026-09-25T17:02:36.080" v="48" actId="21"/>
        <pc:sldMkLst>
          <pc:docMk/>
          <pc:sldMk cId="0" sldId="258"/>
        </pc:sldMkLst>
        <pc:spChg chg="add del mod">
          <ac:chgData name="Pathakamuri Brahmani" userId="9db2bb375a5c098f" providerId="LiveId" clId="{34907FC6-7ADB-4FFD-B226-E69A217573FE}" dt="2026-09-25T17:02:24.118" v="44"/>
          <ac:spMkLst>
            <pc:docMk/>
            <pc:sldMk cId="0" sldId="258"/>
            <ac:spMk id="37" creationId="{7072C57D-B24E-5CD2-2A7B-6A75D317F8A4}"/>
          </ac:spMkLst>
        </pc:spChg>
        <pc:spChg chg="add del">
          <ac:chgData name="Pathakamuri Brahmani" userId="9db2bb375a5c098f" providerId="LiveId" clId="{34907FC6-7ADB-4FFD-B226-E69A217573FE}" dt="2026-09-25T17:02:16.007" v="41" actId="21"/>
          <ac:spMkLst>
            <pc:docMk/>
            <pc:sldMk cId="0" sldId="258"/>
            <ac:spMk id="39" creationId="{69246A3D-8B6E-F7A7-E842-F5C5BA541941}"/>
          </ac:spMkLst>
        </pc:spChg>
        <pc:picChg chg="add del mod">
          <ac:chgData name="Pathakamuri Brahmani" userId="9db2bb375a5c098f" providerId="LiveId" clId="{34907FC6-7ADB-4FFD-B226-E69A217573FE}" dt="2026-09-25T17:02:28.158" v="45" actId="21"/>
          <ac:picMkLst>
            <pc:docMk/>
            <pc:sldMk cId="0" sldId="258"/>
            <ac:picMk id="29" creationId="{2A4BF165-89E3-B970-C12C-1794B88D66EC}"/>
          </ac:picMkLst>
        </pc:picChg>
        <pc:picChg chg="add del mod">
          <ac:chgData name="Pathakamuri Brahmani" userId="9db2bb375a5c098f" providerId="LiveId" clId="{34907FC6-7ADB-4FFD-B226-E69A217573FE}" dt="2026-09-25T17:02:30.677" v="46" actId="21"/>
          <ac:picMkLst>
            <pc:docMk/>
            <pc:sldMk cId="0" sldId="258"/>
            <ac:picMk id="31" creationId="{BBBB534B-658D-0FC1-E967-F7481BB616E6}"/>
          </ac:picMkLst>
        </pc:picChg>
        <pc:picChg chg="add del mod">
          <ac:chgData name="Pathakamuri Brahmani" userId="9db2bb375a5c098f" providerId="LiveId" clId="{34907FC6-7ADB-4FFD-B226-E69A217573FE}" dt="2026-09-25T17:02:33.386" v="47" actId="21"/>
          <ac:picMkLst>
            <pc:docMk/>
            <pc:sldMk cId="0" sldId="258"/>
            <ac:picMk id="33" creationId="{C969B6AC-F648-7784-AFD9-623DD7511C3B}"/>
          </ac:picMkLst>
        </pc:picChg>
        <pc:picChg chg="add del mod">
          <ac:chgData name="Pathakamuri Brahmani" userId="9db2bb375a5c098f" providerId="LiveId" clId="{34907FC6-7ADB-4FFD-B226-E69A217573FE}" dt="2026-09-25T17:02:36.080" v="48" actId="21"/>
          <ac:picMkLst>
            <pc:docMk/>
            <pc:sldMk cId="0" sldId="258"/>
            <ac:picMk id="35" creationId="{80A0C45C-6A86-A3C7-B3DB-C2795530F186}"/>
          </ac:picMkLst>
        </pc:picChg>
      </pc:sldChg>
      <pc:sldChg chg="addSp modSp mod">
        <pc:chgData name="Pathakamuri Brahmani" userId="9db2bb375a5c098f" providerId="LiveId" clId="{34907FC6-7ADB-4FFD-B226-E69A217573FE}" dt="2026-09-25T17:04:34.852" v="61" actId="20577"/>
        <pc:sldMkLst>
          <pc:docMk/>
          <pc:sldMk cId="0" sldId="261"/>
        </pc:sldMkLst>
        <pc:spChg chg="add mod">
          <ac:chgData name="Pathakamuri Brahmani" userId="9db2bb375a5c098f" providerId="LiveId" clId="{34907FC6-7ADB-4FFD-B226-E69A217573FE}" dt="2026-09-25T17:04:34.852" v="61" actId="20577"/>
          <ac:spMkLst>
            <pc:docMk/>
            <pc:sldMk cId="0" sldId="261"/>
            <ac:spMk id="16" creationId="{53795C90-C2DD-71CD-7D73-77B659D400DB}"/>
          </ac:spMkLst>
        </pc:spChg>
      </pc:sldChg>
      <pc:sldChg chg="ord">
        <pc:chgData name="Pathakamuri Brahmani" userId="9db2bb375a5c098f" providerId="LiveId" clId="{34907FC6-7ADB-4FFD-B226-E69A217573FE}" dt="2026-09-25T17:26:09.430" v="63"/>
        <pc:sldMkLst>
          <pc:docMk/>
          <pc:sldMk cId="0" sldId="269"/>
        </pc:sldMkLst>
      </pc:sldChg>
      <pc:sldChg chg="ord">
        <pc:chgData name="Pathakamuri Brahmani" userId="9db2bb375a5c098f" providerId="LiveId" clId="{34907FC6-7ADB-4FFD-B226-E69A217573FE}" dt="2026-09-25T17:26:16.902" v="6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03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AD78E34-6FCA-D2D4-D235-8CB871C5159D}"/>
              </a:ext>
            </a:extLst>
          </p:cNvPr>
          <p:cNvSpPr txBox="1"/>
          <p:nvPr/>
        </p:nvSpPr>
        <p:spPr>
          <a:xfrm>
            <a:off x="2052879" y="2362993"/>
            <a:ext cx="81136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effectLst/>
              </a:rPr>
              <a:t>B.TECH CSE PROJECT</a:t>
            </a:r>
          </a:p>
          <a:p>
            <a:pPr algn="l">
              <a:buNone/>
            </a:pPr>
            <a:r>
              <a:rPr lang="en-IN" b="1" dirty="0">
                <a:effectLst/>
              </a:rPr>
              <a:t>Online Examination System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algn="l">
              <a:buNone/>
            </a:pPr>
            <a:r>
              <a:rPr lang="en-IN" dirty="0">
                <a:effectLst/>
              </a:rPr>
              <a:t>A browser-based project built with HTML, CSS, JavaScript, and Local Storage.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771F7E-9592-4197-7B25-1AB9C0BDC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10740"/>
            <a:ext cx="12175288" cy="691891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82296" y="0"/>
            <a:ext cx="164592" cy="68580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6888" y="4801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SDC PROJECT REVIEW —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7365" y="6578547"/>
            <a:ext cx="9193523" cy="231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SDC PROJECT  •  ONLINE EXAMINATION SYSTEM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4C1FA7-7C8D-6908-7A1B-317F42A1910B}"/>
              </a:ext>
            </a:extLst>
          </p:cNvPr>
          <p:cNvSpPr txBox="1"/>
          <p:nvPr/>
        </p:nvSpPr>
        <p:spPr>
          <a:xfrm>
            <a:off x="489291" y="1995971"/>
            <a:ext cx="6147992" cy="37032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200" dirty="0">
                <a:effectLst/>
              </a:rPr>
              <a:t>B.TECH CSE PROJECT</a:t>
            </a:r>
          </a:p>
          <a:p>
            <a:pPr algn="l">
              <a:buNone/>
            </a:pPr>
            <a:r>
              <a:rPr lang="en-IN" sz="4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Examination System</a:t>
            </a:r>
          </a:p>
          <a:p>
            <a:pPr algn="l">
              <a:buNone/>
            </a:pPr>
            <a:endParaRPr lang="en-IN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dirty="0"/>
            </a:b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browser-based project built with HTML, CSS, JavaScript, and Local Storage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D4B558-11F1-D088-85EF-E4B12D4938BC}"/>
              </a:ext>
            </a:extLst>
          </p:cNvPr>
          <p:cNvCxnSpPr/>
          <p:nvPr/>
        </p:nvCxnSpPr>
        <p:spPr>
          <a:xfrm>
            <a:off x="614855" y="4225159"/>
            <a:ext cx="4997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an Online Examination System?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91440" cy="178308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Traditional Limits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Physical classrooms, printed papers and manual evaluation slow down the process.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6459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 flipH="1">
            <a:off x="6249451" y="1691640"/>
            <a:ext cx="91440" cy="173736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659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Remote Access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2468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and applicants can take tests from anywhere with a browser.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657600"/>
            <a:ext cx="91440" cy="178308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77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Control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60120" y="4480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Instructors create question banks, prepare quizzes and set time limits.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17920" y="36576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3657600"/>
            <a:ext cx="91440" cy="178308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9776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Instant Results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537960" y="4480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Secure login, timed exams, automatic evaluation and answer review.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46F07E-BCCA-BCD3-B386-9421D048CAB9}"/>
              </a:ext>
            </a:extLst>
          </p:cNvPr>
          <p:cNvSpPr txBox="1"/>
          <p:nvPr/>
        </p:nvSpPr>
        <p:spPr>
          <a:xfrm>
            <a:off x="874986" y="5801710"/>
            <a:ext cx="11179118" cy="38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9000"/>
              </a:lnSpc>
            </a:pPr>
            <a:r>
              <a:rPr lang="en-US" sz="1400" dirty="0">
                <a:solidFill>
                  <a:srgbClr val="25303A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This project demonstrates the full flow.</a:t>
            </a:r>
            <a:r>
              <a:rPr lang="en-US" sz="1400" dirty="0">
                <a:solidFill>
                  <a:srgbClr val="25303A"/>
                </a:solidFill>
                <a:latin typeface="Times New Roman" panose="02020603050405020304" pitchFamily="18" charset="0"/>
                <a:ea typeface="Host Grotesk" pitchFamily="34" charset="-122"/>
                <a:cs typeface="Times New Roman" panose="02020603050405020304" pitchFamily="18" charset="0"/>
              </a:rPr>
              <a:t> It brings an objective test from setup through result into one client-side experience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9759F7C-8B1E-0F2F-A3E5-1795E55FCA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20" y="5846033"/>
            <a:ext cx="353599" cy="353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project delivers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Simple, user-friendly online examination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249424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176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Separate Admin and User modules with role-based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871216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7980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 &amp; Login powered by browser Local Storage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93008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tools to manage questions and examinations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0416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Randomized exams with live countdown timer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736592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36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evaluation of MCQs with instant results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5358384"/>
            <a:ext cx="320040" cy="320040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58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review and feedback after submission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BUSINESS SYSTEM &amp;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Assessment / Examination Management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303520" cy="64008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Module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Admin login and dashboard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Create, edit and delete questions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749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Create / manage examinations &amp; time limits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389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View user attempts and results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1554480"/>
            <a:ext cx="5303520" cy="6400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Module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3796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Signup and login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3796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View available examinations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537960" y="3749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Attend randomized questions with timer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37960" y="4389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 Submit exam, view score &amp; review answers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TECHNOLOGIES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Frontend-only stack — no backend required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965960"/>
            <a:ext cx="1097280" cy="109728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945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structure and application components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80360" y="164592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965960"/>
            <a:ext cx="1097280" cy="109728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1945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175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CSS3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1752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Styling, responsive layout, Grid &amp; Flexbox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20640" y="164592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23560" y="1965960"/>
            <a:ext cx="1097280" cy="109728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1945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25780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Logic, validation, navigation &amp; exam processing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60920" y="164592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0" y="1965960"/>
            <a:ext cx="1097280" cy="109728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21945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Storage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808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Signup/login data stored in the browser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601200" y="164592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104120" y="1965960"/>
            <a:ext cx="1097280" cy="109728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2194560"/>
            <a:ext cx="640080" cy="640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3836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73836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control and repository hosting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backend, database or external framework is required for this SDC project.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UI DESIGN  •  GRID &amp; FLEXBOX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Layout structure with CSS Grid &amp; Flexbox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0F6B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HEADER  —  Logo / Title  •  Navigation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1B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SIDEBAR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/ User menu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links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256032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25603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 AREA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Forms  •  Questions  •  Results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0" y="256032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E8F5F2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25603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FOOTER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info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CSS Grid structures the overall dashboard; Flexbox aligns navigation, buttons, cards and form elements.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95C90-C2DD-71CD-7D73-77B659D400DB}"/>
              </a:ext>
            </a:extLst>
          </p:cNvPr>
          <p:cNvSpPr txBox="1"/>
          <p:nvPr/>
        </p:nvSpPr>
        <p:spPr>
          <a:xfrm>
            <a:off x="640080" y="5806440"/>
            <a:ext cx="705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25303A"/>
                </a:solidFill>
                <a:latin typeface="Times New Roman" panose="02020603050405020304" pitchFamily="18" charset="0"/>
                <a:ea typeface="Host Grotesk" pitchFamily="34" charset="-122"/>
                <a:cs typeface="Times New Roman" panose="02020603050405020304" pitchFamily="18" charset="0"/>
              </a:rPr>
              <a:t>CSS - Shapes </a:t>
            </a:r>
            <a:r>
              <a:rPr lang="en-US" sz="1400" dirty="0">
                <a:solidFill>
                  <a:srgbClr val="25303A"/>
                </a:solidFill>
                <a:latin typeface="Times New Roman" panose="02020603050405020304" pitchFamily="18" charset="0"/>
                <a:ea typeface="Host Grotesk" pitchFamily="34" charset="-122"/>
                <a:cs typeface="Times New Roman" panose="02020603050405020304" pitchFamily="18" charset="0"/>
              </a:rPr>
              <a:t>the responsive layout, cards, states, and visual hierarchy.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SIGNUP &amp; LOGIN  •  LOCAL 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Client-side authentication 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09928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F6B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 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Collects name, email/ID and password. JavaScript validates before registration.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807208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F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Storage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details are stored in the browser Local Storage on the client side.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904488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F6B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04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Check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Credentials are matched against stored data. Successful login redirects by role.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001768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F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017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Clears current session information and returns the user to the landing page.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—  MODULE-WISE NAVIGATION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Navigation controlled by JavaScript event handlers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6B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5544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 / Login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577840" y="237744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377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detection (Admin / User)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200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577840" y="320040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200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→ Question Bank / Exams / Results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6B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023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577840" y="402336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4023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→ Available Exam → Exam Page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46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 Page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846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5577840" y="484632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0" y="48463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→ Result &amp; Answer Review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—  EXAMINATION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End-to-end client-side exam 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36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37744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1945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02336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66928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19456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67512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731520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19456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32104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896112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2194560"/>
            <a:ext cx="640080" cy="6400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325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96696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10607040" y="2011680"/>
            <a:ext cx="1005840" cy="1005840"/>
          </a:xfrm>
          <a:prstGeom prst="ellipse">
            <a:avLst/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9920" y="2194560"/>
            <a:ext cx="640080" cy="6400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37844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1371600" y="4389120"/>
            <a:ext cx="9418320" cy="1280160"/>
          </a:xfrm>
          <a:prstGeom prst="roundRect">
            <a:avLst>
              <a:gd name="adj" fmla="val 7143"/>
            </a:avLst>
          </a:prstGeom>
          <a:solidFill>
            <a:srgbClr val="E8F5F2"/>
          </a:solidFill>
          <a:ln/>
        </p:spPr>
      </p:sp>
      <p:sp>
        <p:nvSpPr>
          <p:cNvPr id="35" name="Text 26"/>
          <p:cNvSpPr/>
          <p:nvPr/>
        </p:nvSpPr>
        <p:spPr>
          <a:xfrm>
            <a:off x="1645920" y="438912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attempt is processed completely on the client side using JavaScript — no server round-trips required.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—  SECURITY &amp; ANTI-CHEATING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client-side security measures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 Randomization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 of questions is shuffled for every exam attempt.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Countdown Timer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0916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Auto-submits the exam when the time limit expires.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828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 Visibility Warning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0392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Warns the user if the exam tab or window is hidden.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776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Validation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40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Prevents submission without selecting required answers.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434840" y="37033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97764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1208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Credential Checks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70916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Validates login before opening protected modules.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229600" y="37033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397764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Client-Side Scope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50392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Provides basic protection; not full server-level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—  MAJOR FUNCTIONALITIES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capabilities at a glance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2743200" cy="109728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Tools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 question bank and examinations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554480"/>
            <a:ext cx="2743200" cy="109728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Signup, login and take examinations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54480"/>
            <a:ext cx="2743200" cy="109728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Fresh question order on every attempt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155448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554480"/>
            <a:ext cx="2743200" cy="109728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Countdown Timer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submission on time expiry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49040"/>
            <a:ext cx="274320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MCQ Evaluation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Instant automatic scoring of objective questions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20440" y="374904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20440" y="3749040"/>
            <a:ext cx="274320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&amp; 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0332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Immediate score and percentage calculation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374904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3749040"/>
            <a:ext cx="274320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Review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8368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 / incorrect feedback after submission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281160" y="374904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81160" y="3749040"/>
            <a:ext cx="274320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Responsive UI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6404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Grid &amp; Flexbox for all screen sizes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—  GITHUB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control &amp; repository setup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783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 GitHub repository for the project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1783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HTML, CSS and JavaScript source files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154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 with meaningful messages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2461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3154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the complete project to GitHub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6177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Ensure repository contains all required assets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4617720"/>
            <a:ext cx="548640" cy="54864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Demonstrate the repository during the review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—  DEMONSTRATION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walkthrough sequence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F6B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the application home page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F6B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84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Demonstrate user Signup and Local Storage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F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5511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Demonstrate Login and role / module redirection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118104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F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181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181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Admin Module and show question / exam management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B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685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User Module and start an examination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B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random questions and countdown timer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81888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B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18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8188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the exam and demonstrate instant result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38581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B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858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385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answers and show the GitHub repository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 — 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 /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7280" cy="36576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complete working frontend application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74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platform for conducting online assessments without physical infrastructure.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874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SDC Requirements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Fully satisfies requirements with distinct Admin and User modules.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874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 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377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entirely with HTML, CSS and JavaScript — no backend needed.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977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Storage Auth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Client-side signup and login using browser Local Storage.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977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Rich JS Logic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Handles navigation, randomization, timing, evaluation and feedback.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58200" y="3977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Ready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5820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Ready to be demonstrated as a complete working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6B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 &amp; Demonstration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286000" cy="54864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SDC PROJECT  •  ONLINE EXAMINATION SYSTEM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1013</Words>
  <Application>Microsoft Office PowerPoint</Application>
  <PresentationFormat>Widescreen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Helvetica Neue</vt:lpstr>
      <vt:lpstr>Host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SDC Project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Examination System — SDC Project Review</dc:title>
  <dc:subject>PptxGenJS Presentation</dc:subject>
  <dc:creator>SDC Project</dc:creator>
  <cp:lastModifiedBy>Pathakamuri Brahmani</cp:lastModifiedBy>
  <cp:revision>2</cp:revision>
  <dcterms:created xsi:type="dcterms:W3CDTF">2026-09-23T07:20:34Z</dcterms:created>
  <dcterms:modified xsi:type="dcterms:W3CDTF">2026-09-25T17:26:18Z</dcterms:modified>
</cp:coreProperties>
</file>